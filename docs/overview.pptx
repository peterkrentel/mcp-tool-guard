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643"/>
  </p:normalViewPr>
  <p:slideViewPr>
    <p:cSldViewPr snapToGrid="0">
      <p:cViewPr varScale="1">
        <p:scale>
          <a:sx n="95" d="100"/>
          <a:sy n="95" d="100"/>
        </p:scale>
        <p:origin x="200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FFDDE-6102-4CF9-9EA3-B4533D59F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9FB476-9A61-B4B3-94B3-7AD12BCC0D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2C8EE-C80B-3EF2-34BD-BBEE7F230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1B8D9-D317-3843-9D84-B0D3F3CB8B1B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199D0-D589-33A6-844F-83FB1AA75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648F6-EB8D-8167-825B-73FCE7140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D733A-88FF-BA45-AFBB-F6D839BA4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178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5922B-20F2-2063-4545-68CE44927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9E0BF-03C1-48FA-1D04-4BDD17FD6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192E2-DBAA-8AFD-9040-AFEBA1BD5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1B8D9-D317-3843-9D84-B0D3F3CB8B1B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BED80-2ECB-C235-A021-BC5C5CC70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55430-C527-DE8B-0B87-6778E6755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D733A-88FF-BA45-AFBB-F6D839BA4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203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86DDB-17FE-E5CE-1418-5C33FF069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5E6BE-3802-5D38-96AB-C680D0DCF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82A1B-FF75-FAB7-DFE0-AB920E26C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1B8D9-D317-3843-9D84-B0D3F3CB8B1B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A9579-0208-7F5D-14D5-BFFCEC4F7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F0685-B83A-4061-E02C-A62866AC1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D733A-88FF-BA45-AFBB-F6D839BA4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489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D8F98-D7DF-05DA-7690-B5899BBA6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70A0A-D896-EBF4-8CE3-68F6820FDE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86C4CB-7555-F0AF-A52E-B81AC6496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8A7D81-E60E-F9B8-7C31-6CD54DBDF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1B8D9-D317-3843-9D84-B0D3F3CB8B1B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7FE175-C635-D9AA-27C1-A9533BA17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47F6B-B81B-B7D1-E28D-713423CBE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D733A-88FF-BA45-AFBB-F6D839BA4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192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BB11A-4C38-D1A4-2E67-E5AC8CB83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C0727-4B76-C434-F8A5-AC777A962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F2A53-2CEE-4EC6-EE13-7D5E46FCD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B62F39-3437-D9C2-6AB6-775D0899F1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7733AB-B48B-FECE-E3B2-2FF1D2C975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434807-5A83-31E1-08AD-ED0877921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1B8D9-D317-3843-9D84-B0D3F3CB8B1B}" type="datetimeFigureOut">
              <a:rPr lang="en-US" smtClean="0"/>
              <a:t>6/20/26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909B94-36ED-9145-C3BE-4D119CF17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C99E47-70E1-2C55-7FAD-9A8B32ABA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D733A-88FF-BA45-AFBB-F6D839BA4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030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94BAD-E1BF-EDF1-6759-C69E342CE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E6DC4B-BC62-2CF9-61A5-9962B5825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1B8D9-D317-3843-9D84-B0D3F3CB8B1B}" type="datetimeFigureOut">
              <a:rPr lang="en-US" smtClean="0"/>
              <a:t>6/20/26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9925BD-BD1B-3149-6998-77F71988B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64ED67-DC11-6929-F41D-332CF00A0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D733A-88FF-BA45-AFBB-F6D839BA4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29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25CEED-4232-DB49-6715-DB3EAFE8C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1B8D9-D317-3843-9D84-B0D3F3CB8B1B}" type="datetimeFigureOut">
              <a:rPr lang="en-US" smtClean="0"/>
              <a:t>6/20/26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7A0DA7-A25B-26BC-B33B-410EB0598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1816E-0BD8-2C7E-7A19-072488C2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D733A-88FF-BA45-AFBB-F6D839BA4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828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96385-A64F-2FE8-8826-9958F219C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4F8E6-4592-772E-62DE-7CEB61A18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855C89-6CDA-6531-E9E1-DE93F6FFF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E889E-1720-EDD7-78A2-A4703E8F1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1B8D9-D317-3843-9D84-B0D3F3CB8B1B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9BB56-2F04-9CED-EA07-A1F4D2051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301DF-9E4F-131A-0E4C-9107D1362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D733A-88FF-BA45-AFBB-F6D839BA4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382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0B526-4651-53D1-00BA-E69113737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9AD04B-7305-E8B1-AAD6-E5F2DA3FA0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0F96F-68A0-1279-9AF4-AF7BF0C412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36B92-50C8-45D2-69AF-AA4C94BF8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1B8D9-D317-3843-9D84-B0D3F3CB8B1B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F9097-E085-723E-24DD-61458521F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E36128-BE0C-9508-EC46-56F9F31BE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D733A-88FF-BA45-AFBB-F6D839BA4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98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B6672-5D81-9D5C-F4A0-D14556987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8B2412-2151-1E0F-957B-EDA7C2F700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3608D-0495-99C7-EB12-C15FE18DD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1B8D9-D317-3843-9D84-B0D3F3CB8B1B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D794C-5384-DC7E-D0EF-8755D61CE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D9B0F-F28E-DEF2-BF72-982C6C0A7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D733A-88FF-BA45-AFBB-F6D839BA4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111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4147D-1879-ACBC-C1C9-9036B76454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AA5A4A-23BF-D852-B38A-AFA46EFE44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C4C12-3C9C-3CC9-5EFC-2A0FECB32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1B8D9-D317-3843-9D84-B0D3F3CB8B1B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67462-C89E-BC03-393E-AF10CB321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4DD6A-D630-12F7-23E8-821D4F90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D733A-88FF-BA45-AFBB-F6D839BA4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9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BCD9B4-656E-500B-BF17-04ABBA6AB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75603-5B3C-A19D-9E21-7CA4A700B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EB382-778D-6572-78A0-8F2B690605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91B8D9-D317-3843-9D84-B0D3F3CB8B1B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0EDF9-C0A0-CBAB-F85D-6D06056E0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77675-79EA-8943-3069-DA1F835839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9D733A-88FF-BA45-AFBB-F6D839BA4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853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Applications/Visual%20Studio%20Code.app/Contents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61123-1D88-0F68-D0D6-0FD7299842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Mcp</a:t>
            </a:r>
            <a:r>
              <a:rPr lang="en-US" dirty="0"/>
              <a:t>-Tool-Guard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0A5594-C5F5-878D-6C76-FB0C3667C3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Peter Krentel</a:t>
            </a:r>
          </a:p>
        </p:txBody>
      </p:sp>
    </p:spTree>
    <p:extLst>
      <p:ext uri="{BB962C8B-B14F-4D97-AF65-F5344CB8AC3E}">
        <p14:creationId xmlns:p14="http://schemas.microsoft.com/office/powerpoint/2010/main" val="1590893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9B215-2875-AA88-9BD1-534AE6DCC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Mcp</a:t>
            </a:r>
            <a:r>
              <a:rPr lang="en-US" dirty="0"/>
              <a:t>-Tool-Guard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5D38E-28E6-2171-4692-48F9BBC27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working security gateway for MCP with JWT enforcement, human-in-the-loop approval, encrypted M2M credentials, and a three-layer correlated audit trail. Deployed. Against real vendor MCPs.</a:t>
            </a:r>
          </a:p>
        </p:txBody>
      </p:sp>
    </p:spTree>
    <p:extLst>
      <p:ext uri="{BB962C8B-B14F-4D97-AF65-F5344CB8AC3E}">
        <p14:creationId xmlns:p14="http://schemas.microsoft.com/office/powerpoint/2010/main" val="571794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0088F-ADBA-2340-07CE-3250CFDC6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Mcp</a:t>
            </a:r>
            <a:r>
              <a:rPr lang="en-US" dirty="0"/>
              <a:t> connection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BB168D7-A88D-2DEA-1EE5-1A6C1F060A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49235"/>
            <a:ext cx="2095500" cy="901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E84ADA-2D80-B9B4-088C-BA6E4C441443}"/>
              </a:ext>
            </a:extLst>
          </p:cNvPr>
          <p:cNvSpPr txBox="1"/>
          <p:nvPr/>
        </p:nvSpPr>
        <p:spPr>
          <a:xfrm>
            <a:off x="3356761" y="1757936"/>
            <a:ext cx="369056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slack_send_message</a:t>
            </a:r>
            <a:r>
              <a:rPr lang="en-US" dirty="0"/>
              <a:t>=</a:t>
            </a:r>
            <a:r>
              <a:rPr lang="en-US" dirty="0" err="1"/>
              <a:t>slack:write</a:t>
            </a:r>
            <a:endParaRPr lang="en-US" dirty="0"/>
          </a:p>
          <a:p>
            <a:r>
              <a:rPr lang="en-US" dirty="0" err="1"/>
              <a:t>slack_read_channel</a:t>
            </a:r>
            <a:r>
              <a:rPr lang="en-US" dirty="0"/>
              <a:t>=</a:t>
            </a:r>
            <a:r>
              <a:rPr lang="en-US" dirty="0" err="1"/>
              <a:t>slack:read</a:t>
            </a:r>
            <a:endParaRPr lang="en-US" dirty="0"/>
          </a:p>
          <a:p>
            <a:r>
              <a:rPr lang="en-US" dirty="0" err="1"/>
              <a:t>slack_search_channels</a:t>
            </a:r>
            <a:r>
              <a:rPr lang="en-US" dirty="0"/>
              <a:t>=</a:t>
            </a:r>
            <a:r>
              <a:rPr lang="en-US" dirty="0" err="1"/>
              <a:t>slack:read</a:t>
            </a:r>
            <a:endParaRPr lang="en-US" dirty="0"/>
          </a:p>
          <a:p>
            <a:r>
              <a:rPr lang="en-US" dirty="0" err="1"/>
              <a:t>slack_read_thread</a:t>
            </a:r>
            <a:r>
              <a:rPr lang="en-US" dirty="0"/>
              <a:t>=</a:t>
            </a:r>
            <a:r>
              <a:rPr lang="en-US" dirty="0" err="1"/>
              <a:t>slack:read</a:t>
            </a:r>
            <a:endParaRPr lang="en-US" dirty="0"/>
          </a:p>
          <a:p>
            <a:r>
              <a:rPr lang="en-US" dirty="0" err="1"/>
              <a:t>slack_search_users</a:t>
            </a:r>
            <a:r>
              <a:rPr lang="en-US" dirty="0"/>
              <a:t>=</a:t>
            </a:r>
            <a:r>
              <a:rPr lang="en-US" dirty="0" err="1"/>
              <a:t>slack:read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305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B6D9E-D04C-5352-BA3A-0BF8F663E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70D5AE5-B1CC-9BD6-089B-2DE9D167E2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612900" cy="939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A2EBAF-05D8-3F26-220F-C84D3F27331E}"/>
              </a:ext>
            </a:extLst>
          </p:cNvPr>
          <p:cNvSpPr txBox="1"/>
          <p:nvPr/>
        </p:nvSpPr>
        <p:spPr>
          <a:xfrm>
            <a:off x="3966882" y="2232212"/>
            <a:ext cx="107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Just read</a:t>
            </a:r>
          </a:p>
        </p:txBody>
      </p:sp>
    </p:spTree>
    <p:extLst>
      <p:ext uri="{BB962C8B-B14F-4D97-AF65-F5344CB8AC3E}">
        <p14:creationId xmlns:p14="http://schemas.microsoft.com/office/powerpoint/2010/main" val="3069352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DF540-4F56-460F-AF87-FB1158A33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Approval of one time use token write for agent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B9459A-E643-28D5-8EB1-E0B66395CD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2057400" cy="1854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E157CB-02BA-D468-5356-03D95B10F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750" y="1974850"/>
            <a:ext cx="2222500" cy="290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262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E902C-D2C7-83C6-5DD1-C8015AC4C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Gemini chat with </a:t>
            </a:r>
            <a:r>
              <a:rPr lang="en-US" dirty="0" err="1"/>
              <a:t>mcp</a:t>
            </a:r>
            <a:r>
              <a:rPr lang="en-US" dirty="0"/>
              <a:t> asking for scope which agent didn’t poses…write, and shows the request, pending approval, then the successful agent &gt; </a:t>
            </a:r>
            <a:r>
              <a:rPr lang="en-US" dirty="0" err="1"/>
              <a:t>mcp</a:t>
            </a:r>
            <a:r>
              <a:rPr lang="en-US" dirty="0"/>
              <a:t> &gt; connection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BC85541-9E31-F928-B195-84D1DC8FEC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03391"/>
            <a:ext cx="2222500" cy="2908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00791E-C6FE-ED51-8549-A90863EDC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1800" y="3679639"/>
            <a:ext cx="7112000" cy="2349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6C3203-7615-57C4-E4C7-3121A4E00E15}"/>
              </a:ext>
            </a:extLst>
          </p:cNvPr>
          <p:cNvSpPr txBox="1"/>
          <p:nvPr/>
        </p:nvSpPr>
        <p:spPr>
          <a:xfrm>
            <a:off x="8122024" y="2675965"/>
            <a:ext cx="3244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Actual slack message received</a:t>
            </a:r>
          </a:p>
        </p:txBody>
      </p:sp>
    </p:spTree>
    <p:extLst>
      <p:ext uri="{BB962C8B-B14F-4D97-AF65-F5344CB8AC3E}">
        <p14:creationId xmlns:p14="http://schemas.microsoft.com/office/powerpoint/2010/main" val="2968069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DE8C3-65D8-262F-F07F-781F6BC2F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Mcp</a:t>
            </a:r>
            <a:r>
              <a:rPr lang="en-US" dirty="0"/>
              <a:t>-Tool-Guard Proxy log </a:t>
            </a:r>
            <a:r>
              <a:rPr lang="en-US" dirty="0" err="1"/>
              <a:t>gui</a:t>
            </a:r>
            <a:r>
              <a:rPr lang="en-US" dirty="0"/>
              <a:t> &amp; render server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30F8294-E13F-2618-88D4-C38AE12DEE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6729357" cy="25989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17D9B1-4E3B-68AB-C69C-8E160CBE039F}"/>
              </a:ext>
            </a:extLst>
          </p:cNvPr>
          <p:cNvSpPr txBox="1"/>
          <p:nvPr/>
        </p:nvSpPr>
        <p:spPr>
          <a:xfrm>
            <a:off x="8673353" y="2595282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Gui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2B4617-B85B-40FD-7018-E17026C5B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357" y="5015181"/>
            <a:ext cx="7772400" cy="119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1F7F4D-055D-83F0-A37E-1D87695613E8}"/>
              </a:ext>
            </a:extLst>
          </p:cNvPr>
          <p:cNvSpPr txBox="1"/>
          <p:nvPr/>
        </p:nvSpPr>
        <p:spPr>
          <a:xfrm>
            <a:off x="1896035" y="5567082"/>
            <a:ext cx="1065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Proxy log</a:t>
            </a:r>
          </a:p>
        </p:txBody>
      </p:sp>
    </p:spTree>
    <p:extLst>
      <p:ext uri="{BB962C8B-B14F-4D97-AF65-F5344CB8AC3E}">
        <p14:creationId xmlns:p14="http://schemas.microsoft.com/office/powerpoint/2010/main" val="2960561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285D4-85F4-C2CB-8D92-A92773D2A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Approval Token Security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774C0-2A93-1ED1-ACAF-8E1EF81E0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835"/>
            <a:ext cx="10515600" cy="505404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Opaque, Single-Use Tokens</a:t>
            </a:r>
            <a:endParaRPr lang="en-US" dirty="0"/>
          </a:p>
          <a:p>
            <a:pPr lvl="1"/>
            <a:r>
              <a:rPr lang="en-US" dirty="0"/>
              <a:t>An opaque token is one where the internal structure is hidden from the client—you cannot decode it (unlike JWTs). Only the server knows what it contains.</a:t>
            </a:r>
          </a:p>
          <a:p>
            <a:pPr lvl="1"/>
            <a:r>
              <a:rPr lang="en-US" dirty="0"/>
              <a:t>A single-use token is consumed after one use, making it invalid on subsequent attempts.</a:t>
            </a:r>
          </a:p>
          <a:p>
            <a:endParaRPr lang="en-US" b="1" dirty="0"/>
          </a:p>
          <a:p>
            <a:r>
              <a:rPr lang="en-US" b="1" dirty="0"/>
              <a:t>Our Approval Token combines both properties:</a:t>
            </a:r>
            <a:endParaRPr lang="en-US" dirty="0"/>
          </a:p>
          <a:p>
            <a:endParaRPr lang="en-US" b="1" dirty="0"/>
          </a:p>
          <a:p>
            <a:pPr lvl="1"/>
            <a:r>
              <a:rPr lang="en-US" b="1" dirty="0"/>
              <a:t>Opaque</a:t>
            </a:r>
            <a:r>
              <a:rPr lang="en-US" dirty="0"/>
              <a:t>: Format at_ + random ID; no JWT claims visible; client cannot inspect or manipulate</a:t>
            </a:r>
          </a:p>
          <a:p>
            <a:endParaRPr lang="en-US" b="1" dirty="0"/>
          </a:p>
          <a:p>
            <a:pPr lvl="1"/>
            <a:r>
              <a:rPr lang="en-US" b="1" dirty="0"/>
              <a:t>Single-use</a:t>
            </a:r>
            <a:r>
              <a:rPr lang="en-US" dirty="0"/>
              <a:t>: Burned on first validation; cannot be replayed</a:t>
            </a:r>
          </a:p>
          <a:p>
            <a:endParaRPr lang="en-US" b="1" dirty="0"/>
          </a:p>
          <a:p>
            <a:pPr lvl="1"/>
            <a:r>
              <a:rPr lang="en-US" b="1" dirty="0"/>
              <a:t>Time-limited</a:t>
            </a:r>
            <a:r>
              <a:rPr lang="en-US" dirty="0"/>
              <a:t>: Expires after 1 hour TTL</a:t>
            </a:r>
          </a:p>
          <a:p>
            <a:endParaRPr lang="en-US" b="1" dirty="0"/>
          </a:p>
          <a:p>
            <a:r>
              <a:rPr lang="en-US" b="1" dirty="0"/>
              <a:t>Security Benefits:</a:t>
            </a:r>
            <a:endParaRPr lang="en-US" dirty="0"/>
          </a:p>
          <a:p>
            <a:pPr lvl="1"/>
            <a:r>
              <a:rPr lang="en-US" dirty="0"/>
              <a:t>Prevents tampering: no internal structure for client to inspect</a:t>
            </a:r>
          </a:p>
          <a:p>
            <a:pPr lvl="1"/>
            <a:r>
              <a:rPr lang="en-US" dirty="0"/>
              <a:t>Prevents replay attacks: token is consumed after approval</a:t>
            </a:r>
          </a:p>
          <a:p>
            <a:pPr lvl="1"/>
            <a:r>
              <a:rPr lang="en-US" dirty="0"/>
              <a:t>Prevents scope inflation: token is bound to specific server + tool, not JWT scope escalation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A4A27-EEB9-F715-8247-10A4C7EFB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5476C-0941-38AE-41B8-2875B0356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Agent code is in the UI:</a:t>
            </a:r>
          </a:p>
          <a:p>
            <a:r>
              <a:rPr lang="en-US" dirty="0">
                <a:hlinkClick r:id="rId2"/>
              </a:rPr>
              <a:t>agent.ts</a:t>
            </a:r>
            <a:r>
              <a:rPr lang="en-US" dirty="0"/>
              <a:t> — main agent runner with LLM integration</a:t>
            </a:r>
          </a:p>
          <a:p>
            <a:r>
              <a:rPr lang="en-US" dirty="0">
                <a:hlinkClick r:id="rId2"/>
              </a:rPr>
              <a:t>gateway-agent.ts</a:t>
            </a:r>
            <a:r>
              <a:rPr lang="en-US" dirty="0"/>
              <a:t> — gateway-specific agent that handles approval queue polling and retry with approval token</a:t>
            </a:r>
          </a:p>
          <a:p>
            <a:r>
              <a:rPr lang="en-US" dirty="0"/>
              <a:t>The </a:t>
            </a:r>
            <a:r>
              <a:rPr lang="en-US" dirty="0">
                <a:hlinkClick r:id="rId2"/>
              </a:rPr>
              <a:t>gateway-agent.ts</a:t>
            </a:r>
            <a:r>
              <a:rPr lang="en-US" dirty="0"/>
              <a:t> is what you've been testing; it has the approval token polling loop at </a:t>
            </a:r>
            <a:r>
              <a:rPr lang="en-US" dirty="0">
                <a:hlinkClick r:id="rId2"/>
              </a:rPr>
              <a:t>gateway-agent.ts:165</a:t>
            </a:r>
            <a:r>
              <a:rPr lang="en-US" dirty="0"/>
              <a:t> and approval token injection at </a:t>
            </a:r>
            <a:r>
              <a:rPr lang="en-US" dirty="0">
                <a:hlinkClick r:id="rId2"/>
              </a:rPr>
              <a:t>gateway-agent.ts:178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8393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24E53-A049-FA5D-BA16-6C78E0781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Looking to the Future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332293F-CD90-2FDA-D1C8-6138D4E8DD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0196" y="1825625"/>
            <a:ext cx="76916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222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348</Words>
  <Application>Microsoft Macintosh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Mcp-Tool-Guard</vt:lpstr>
      <vt:lpstr>Mcp-Tool-Guard</vt:lpstr>
      <vt:lpstr>Mcp connection</vt:lpstr>
      <vt:lpstr>agent</vt:lpstr>
      <vt:lpstr>Approval of one time use token write for agent</vt:lpstr>
      <vt:lpstr>Gemini chat with mcp asking for scope which agent didn’t poses…write, and shows the request, pending approval, then the successful agent &gt; mcp &gt; connection</vt:lpstr>
      <vt:lpstr>Mcp-Tool-Guard Proxy log gui &amp; render server</vt:lpstr>
      <vt:lpstr>Approval Token Security Model</vt:lpstr>
      <vt:lpstr>agent</vt:lpstr>
      <vt:lpstr>Looking to the Future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Krentel</dc:creator>
  <cp:lastModifiedBy>Peter Krentel</cp:lastModifiedBy>
  <cp:revision>2</cp:revision>
  <dcterms:created xsi:type="dcterms:W3CDTF">2026-06-20T14:58:57Z</dcterms:created>
  <dcterms:modified xsi:type="dcterms:W3CDTF">2026-06-20T18:32:36Z</dcterms:modified>
</cp:coreProperties>
</file>